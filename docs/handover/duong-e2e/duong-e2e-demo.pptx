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3ba04b0d5b48b8" /><Relationship Type="http://schemas.openxmlformats.org/officeDocument/2006/relationships/extended-properties" Target="/docProps/app.xml" Id="R2511819ae8e749bb" /><Relationship Type="http://schemas.openxmlformats.org/officeDocument/2006/relationships/officeDocument" Target="/ppt/presentation.xml" Id="R96f18b52f40c4e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10d7df165b411e"/>
  </p:sldMasterIdLst>
  <p:notesMasterIdLst>
    <p:notesMasterId xmlns:r="http://schemas.openxmlformats.org/officeDocument/2006/relationships" r:id="R9dade23d36464845"/>
  </p:notesMasterIdLst>
  <p:sldIdLst>
    <p:sldId xmlns:r="http://schemas.openxmlformats.org/officeDocument/2006/relationships" id="256" r:id="Re1a82ada1bda4100"/>
    <p:sldId xmlns:r="http://schemas.openxmlformats.org/officeDocument/2006/relationships" id="257" r:id="R2d184a55c2804dbe"/>
    <p:sldId xmlns:r="http://schemas.openxmlformats.org/officeDocument/2006/relationships" id="258" r:id="R2c7a8f18106a43bb"/>
    <p:sldId xmlns:r="http://schemas.openxmlformats.org/officeDocument/2006/relationships" id="259" r:id="Rff92966000b94eb0"/>
    <p:sldId xmlns:r="http://schemas.openxmlformats.org/officeDocument/2006/relationships" id="260" r:id="R50d33524c2b94b0e"/>
    <p:sldId xmlns:r="http://schemas.openxmlformats.org/officeDocument/2006/relationships" id="261" r:id="R016aae8e69b84bbd"/>
    <p:sldId xmlns:r="http://schemas.openxmlformats.org/officeDocument/2006/relationships" id="262" r:id="R88a47145361e413a"/>
    <p:sldId xmlns:r="http://schemas.openxmlformats.org/officeDocument/2006/relationships" id="263" r:id="R1c16fed17aee49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efc5a2950b4b31" /><Relationship Type="http://schemas.openxmlformats.org/officeDocument/2006/relationships/slideMaster" Target="/ppt/slideMasters/slideMaster1.xml" Id="R4210d7df165b411e" /><Relationship Type="http://schemas.openxmlformats.org/officeDocument/2006/relationships/notesMaster" Target="/ppt/notesMasters/notesMaster1.xml" Id="R9dade23d36464845" /><Relationship Type="http://schemas.openxmlformats.org/officeDocument/2006/relationships/presProps" Target="/ppt/presProps.xml" Id="R8877c77e9269455f" /><Relationship Type="http://schemas.openxmlformats.org/officeDocument/2006/relationships/tableStyles" Target="/ppt/tableStyles.xml" Id="Rb8bed7afba5f40db" /><Relationship Type="http://schemas.openxmlformats.org/officeDocument/2006/relationships/slide" Target="/ppt/slides/slide1.xml" Id="Re1a82ada1bda4100" /><Relationship Type="http://schemas.openxmlformats.org/officeDocument/2006/relationships/slide" Target="/ppt/slides/slide2.xml" Id="R2d184a55c2804dbe" /><Relationship Type="http://schemas.openxmlformats.org/officeDocument/2006/relationships/slide" Target="/ppt/slides/slide3.xml" Id="R2c7a8f18106a43bb" /><Relationship Type="http://schemas.openxmlformats.org/officeDocument/2006/relationships/slide" Target="/ppt/slides/slide4.xml" Id="Rff92966000b94eb0" /><Relationship Type="http://schemas.openxmlformats.org/officeDocument/2006/relationships/slide" Target="/ppt/slides/slide5.xml" Id="R50d33524c2b94b0e" /><Relationship Type="http://schemas.openxmlformats.org/officeDocument/2006/relationships/slide" Target="/ppt/slides/slide6.xml" Id="R016aae8e69b84bbd" /><Relationship Type="http://schemas.openxmlformats.org/officeDocument/2006/relationships/slide" Target="/ppt/slides/slide7.xml" Id="R88a47145361e413a" /><Relationship Type="http://schemas.openxmlformats.org/officeDocument/2006/relationships/slide" Target="/ppt/slides/slide8.xml" Id="R1c16fed17aee49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b540b26eb246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5ea50fe2f44a74" /><Relationship Type="http://schemas.openxmlformats.org/officeDocument/2006/relationships/notesMaster" Target="/ppt/notesMasters/notesMaster1.xml" Id="R5eb583a082a140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66996fda56471c" /><Relationship Type="http://schemas.openxmlformats.org/officeDocument/2006/relationships/notesMaster" Target="/ppt/notesMasters/notesMaster1.xml" Id="R91cdcab68b5647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898961cac24bd6" /><Relationship Type="http://schemas.openxmlformats.org/officeDocument/2006/relationships/notesMaster" Target="/ppt/notesMasters/notesMaster1.xml" Id="Rb4c6e6f2ab8341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49755e78d94b03" /><Relationship Type="http://schemas.openxmlformats.org/officeDocument/2006/relationships/notesMaster" Target="/ppt/notesMasters/notesMaster1.xml" Id="Rb5191354dc7240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b2daa7037d4808" /><Relationship Type="http://schemas.openxmlformats.org/officeDocument/2006/relationships/notesMaster" Target="/ppt/notesMasters/notesMaster1.xml" Id="R0d9f5c13292941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1ffccbb8634716" /><Relationship Type="http://schemas.openxmlformats.org/officeDocument/2006/relationships/notesMaster" Target="/ppt/notesMasters/notesMaster1.xml" Id="R1885a69815d845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adbe98fedc4efc" /><Relationship Type="http://schemas.openxmlformats.org/officeDocument/2006/relationships/notesMaster" Target="/ppt/notesMasters/notesMaster1.xml" Id="Rc99647cc94e343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65e73c29ab40b0" /><Relationship Type="http://schemas.openxmlformats.org/officeDocument/2006/relationships/notesMaster" Target="/ppt/notesMasters/notesMaster1.xml" Id="Rae7bd84007b143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rõ đây là chạy tự động local; Dương cần tự diễn tập và leader review.</a:t>
            </a:r>
          </a:p>
          <a:p xmlns:a="http://schemas.openxmlformats.org/drawingml/2006/main">
            <a:r>
              <a:t>Nguồn: docs/handover/duong-e2e/results.md và TestResults/duong-e2e/duong-20261023-final/run.json.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vì sao cần database mới. Không đọc hoặc chiếu mật khẩu khi demo.</a:t>
            </a:r>
          </a:p>
          <a:p xmlns:a="http://schemas.openxmlformats.org/drawingml/2006/main">
            <a:r>
              <a:t>Nguồn: docs/handover/duong-e2e/results.md và TestResults/duong-e2e/duong-20261023-final/run.json.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catalog, chỉ ra phần nội dung bị chặn khi chưa có quyền.</a:t>
            </a:r>
          </a:p>
          <a:p xmlns:a="http://schemas.openxmlformats.org/drawingml/2006/main">
            <a:r>
              <a:t>Nguồn: docs/handover/duong-e2e/results.md và TestResults/duong-e2e/duong-20261023-final/run.json.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Mô phỏng thất bại trước, thành công sau; không thu tiền thật.</a:t>
            </a:r>
          </a:p>
          <a:p xmlns:a="http://schemas.openxmlformats.org/drawingml/2006/main">
            <a:r>
              <a:t>Nguồn: docs/handover/duong-e2e/results.md và TestResults/duong-e2e/duong-20261023-final/run.json.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Phân biệt Practice được xem lời giải và Assessment không được lộ đáp án.</a:t>
            </a:r>
          </a:p>
          <a:p xmlns:a="http://schemas.openxmlformats.org/drawingml/2006/main">
            <a:r>
              <a:t>Nguồn: docs/handover/duong-e2e/results.md và TestResults/duong-e2e/duong-20261023-final/run.json.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nhận lại toàn bộ service của team là do Dương mới viết. Chỉ chỉ ra phần đã làm và chạy lại.</a:t>
            </a:r>
          </a:p>
          <a:p xmlns:a="http://schemas.openxmlformats.org/drawingml/2006/main">
            <a:r>
              <a:t>Nguồn: docs/handover/duong-e2e/results.md và TestResults/duong-e2e/duong-20261023-final/run.json.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ảnh trước/sau trong TestResults. Nguồn còn chưa commit; report ghi commit gốc và source digest.</a:t>
            </a:r>
          </a:p>
          <a:p xmlns:a="http://schemas.openxmlformats.org/drawingml/2006/main">
            <a:r>
              <a:t>Nguồn: docs/handover/duong-e2e/results.md và TestResults/duong-e2e/duong-20261023-final/run.json.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Tự diễn tập và điền bảng actual. Khi nộp từng môn, ghi đúng người học, giữ nguyên tác giả tài liệu team.</a:t>
            </a:r>
          </a:p>
          <a:p xmlns:a="http://schemas.openxmlformats.org/drawingml/2006/main">
            <a:r>
              <a:t>Nguồn: docs/handover/duong-e2e/results.md và TestResults/duong-e2e/duong-20261023-final/run.json.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07e3fc6924b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43a1d7f8c4c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0623d3a2f840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1eebe8b68049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2f688159fe4b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186d19332544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0AB4A0-2C61-4934-820B-2AAF1EF9A7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9593AF-DA30-49CF-8342-BB9A3FAD7A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8AFC05-B6E3-4161-83EC-645A45127A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AB7300-C58A-4286-B76B-3C9E8A2401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51A5075-E763-4A63-A58B-DFF66CBFF4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D9B1ED-B63D-4236-9C4B-D701F10F2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49C572-BD54-44BA-BB49-770AECBE23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56EA1E-C948-4D1C-B3F7-C00E472EA7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9BD354-925B-424A-BFAE-B17B778ECB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3142FC-5231-404B-B4DD-8CE5A0E1F1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39f0cc2f4c4086" /><Relationship Type="http://schemas.openxmlformats.org/officeDocument/2006/relationships/slideLayout" Target="/ppt/slideLayouts/slideLayout1.xml" Id="R445fd297e0894012" /><Relationship Type="http://schemas.openxmlformats.org/officeDocument/2006/relationships/slideLayout" Target="/ppt/slideLayouts/slideLayout2.xml" Id="Reb3f3ca9a38f4c23" /><Relationship Type="http://schemas.openxmlformats.org/officeDocument/2006/relationships/slideLayout" Target="/ppt/slideLayouts/slideLayout3.xml" Id="R9cd53959b6c748b7" /><Relationship Type="http://schemas.openxmlformats.org/officeDocument/2006/relationships/slideLayout" Target="/ppt/slideLayouts/slideLayout4.xml" Id="R7ce1210e6f5b4716" /><Relationship Type="http://schemas.openxmlformats.org/officeDocument/2006/relationships/slideLayout" Target="/ppt/slideLayouts/slideLayout5.xml" Id="Rd6c72ffd8b7f40db" /><Relationship Type="http://schemas.openxmlformats.org/officeDocument/2006/relationships/slideLayout" Target="/ppt/slideLayouts/slideLayout6.xml" Id="Rb693f94f98974c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5fd297e0894012"/>
    <p:sldLayoutId xmlns:r="http://schemas.openxmlformats.org/officeDocument/2006/relationships" id="2147483650" r:id="Reb3f3ca9a38f4c23"/>
    <p:sldLayoutId xmlns:r="http://schemas.openxmlformats.org/officeDocument/2006/relationships" id="2147483651" r:id="R9cd53959b6c748b7"/>
    <p:sldLayoutId xmlns:r="http://schemas.openxmlformats.org/officeDocument/2006/relationships" id="2147483652" r:id="R7ce1210e6f5b4716"/>
    <p:sldLayoutId xmlns:r="http://schemas.openxmlformats.org/officeDocument/2006/relationships" id="2147483653" r:id="Rd6c72ffd8b7f40db"/>
    <p:sldLayoutId xmlns:r="http://schemas.openxmlformats.org/officeDocument/2006/relationships" id="2147483654" r:id="Rb693f94f98974c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874380d8f54183" /><Relationship Type="http://schemas.openxmlformats.org/officeDocument/2006/relationships/notesSlide" Target="/ppt/notesSlides/notesSlide1.xml" Id="R14907ab79e1a44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bb8a632c1e4f46" /><Relationship Type="http://schemas.openxmlformats.org/officeDocument/2006/relationships/notesSlide" Target="/ppt/notesSlides/notesSlide2.xml" Id="R7be75dd272704d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2187daaf634cc3" /><Relationship Type="http://schemas.openxmlformats.org/officeDocument/2006/relationships/notesSlide" Target="/ppt/notesSlides/notesSlide3.xml" Id="R7b782d3de6b545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637db188924e71" /><Relationship Type="http://schemas.openxmlformats.org/officeDocument/2006/relationships/notesSlide" Target="/ppt/notesSlides/notesSlide4.xml" Id="Rb251979a37794a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199ab4b6b74050" /><Relationship Type="http://schemas.openxmlformats.org/officeDocument/2006/relationships/notesSlide" Target="/ppt/notesSlides/notesSlide5.xml" Id="R3c9792913c9745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0575047a8d4474" /><Relationship Type="http://schemas.openxmlformats.org/officeDocument/2006/relationships/notesSlide" Target="/ppt/notesSlides/notesSlide6.xml" Id="R8ca32a0488e843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37235641644c01" /><Relationship Type="http://schemas.openxmlformats.org/officeDocument/2006/relationships/notesSlide" Target="/ppt/notesSlides/notesSlide7.xml" Id="R465db1cbf11b47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ed390b4fcf46e8" /><Relationship Type="http://schemas.openxmlformats.org/officeDocument/2006/relationships/notesSlide" Target="/ppt/notesSlides/notesSlide8.xml" Id="Ra11c084d699246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7F16D-0F6F-4206-8EED-BFDACAE0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5F2C5-3160-4E11-AF3B-D7FA7BD9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4A"/>
                </a:solidFill>
                <a:latin typeface="Arial"/>
                <a:ea typeface="Arial"/>
                <a:cs typeface="Arial"/>
              </a:rPr>
              <a:t>E2E và bàn giao Estudy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E6F25-4A45-47F4-9ACC-4D4B20E2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0FA9B-B5AD-49D3-97E1-AE25D0ED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57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Dương · 23/10/2026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22DC4-E4DD-4FB6-A19E-15BE4F21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77DEC-0AD4-4A6C-9D6E-489918C7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Bốn actor trên môi trường Docker riêng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64B4D-CA32-42DC-8536-A671AFC1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D22FA-3D23-4178-8F80-0C146CF5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Tám nhóm E2E đạt sau sửa responsive 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99F7D-DE44-4009-B850-EF28EF2E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Dương · Estudy · 23/10/2026                                      1 / 8</a:t>
            </a:r>
          </a:p>
        </p:txBody>
      </p:sp>
    </p:spTree>
    <p:extLst>
      <p:ext uri="{BB962C8B-B14F-4D97-AF65-F5344CB8AC3E}">
        <p14:creationId xmlns:p14="http://schemas.microsoft.com/office/powerpoint/2010/main" val="947191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6122D-3DE9-405C-9D25-B62FAB7B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2F1F7-6441-4535-9296-625FE5B5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4A"/>
                </a:solidFill>
                <a:latin typeface="Arial"/>
                <a:ea typeface="Arial"/>
                <a:cs typeface="Arial"/>
              </a:rPr>
              <a:t>Môi trường fresh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A3C06-B5C5-4FD3-80AE-12B8A99B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E3A64-673C-48FA-B716-DB09EAAB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57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Web 18080 · SQL Server 15433 · kho audio riêng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3B311-1E43-4C39-A2D5-545B85E1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DD92B-8973-43EC-B388-3DC98509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Build → migration → seed → health 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60CAC-0238-4EB2-97E0-1A32E9DB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5F8A7-B82F-47CB-BD26-9C942CFB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Payment sandbox bật; web chính 8080 được giữ nguyên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91A98-E20A-441B-87C7-2B9E9883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Dương · Estudy · 23/10/2026                                      2 / 8</a:t>
            </a:r>
          </a:p>
        </p:txBody>
      </p:sp>
    </p:spTree>
    <p:extLst>
      <p:ext uri="{BB962C8B-B14F-4D97-AF65-F5344CB8AC3E}">
        <p14:creationId xmlns:p14="http://schemas.microsoft.com/office/powerpoint/2010/main" val="12370942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81724-EDEA-48A2-A569-0B16CA57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69F34-B85B-422B-846A-AEB1B38C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4A"/>
                </a:solidFill>
                <a:latin typeface="Arial"/>
                <a:ea typeface="Arial"/>
                <a:cs typeface="Arial"/>
              </a:rPr>
              <a:t>Hành trình Guest và Student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26CC8-ED6C-462A-8A20-5BB588DF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77AE9-0B2A-404E-958F-B61334BE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57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Guest xem khóa; đăng ký Student giữ khóa đã chọn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82F3B-271B-4034-93F7-A0BA0CAA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ED02A-4F6D-48D5-849E-E50C5DD5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Enroll Free → học Lesson → đánh dấu hoàn thành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1461A-54A5-4DAD-9DDD-61F656A3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583B5-9CB1-4796-8FAA-C6FE89B8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Practice cho feedback; Final quyết định hoàn thành Course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CA3A6-1C6D-4FCE-8BDD-381204C2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Dương · Estudy · 23/10/2026                                      3 / 8</a:t>
            </a:r>
          </a:p>
        </p:txBody>
      </p:sp>
    </p:spTree>
    <p:extLst>
      <p:ext uri="{BB962C8B-B14F-4D97-AF65-F5344CB8AC3E}">
        <p14:creationId xmlns:p14="http://schemas.microsoft.com/office/powerpoint/2010/main" val="17503457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BB77D-2F1A-4A61-9246-F19C0BFB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16850-C0DC-4424-97B6-1AB4B0DE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4A"/>
                </a:solidFill>
                <a:latin typeface="Arial"/>
                <a:ea typeface="Arial"/>
                <a:cs typeface="Arial"/>
              </a:rPr>
              <a:t>Thanh toán sandbox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19252-F011-4F6D-A684-2EFE67B3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1F1F8-2E2C-4857-841D-3C7674B7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57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Pending, Failed và Cancelled chưa cấp quyền học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35EC8-36AE-495A-9268-0ECB4D64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64501-B2C9-4A31-AF74-452C39C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Success được server xác minh rồi cấp Enrollment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E0DA9-BF8A-4401-814C-761BBC17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EBBA5-8425-4701-8543-DB8E6453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Lịch sử giữ các giao dịch và kết quả thử lại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3B274-C9C9-4777-80DF-313E954D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Dương · Estudy · 23/10/2026                                      4 / 8</a:t>
            </a:r>
          </a:p>
        </p:txBody>
      </p:sp>
    </p:spTree>
    <p:extLst>
      <p:ext uri="{BB962C8B-B14F-4D97-AF65-F5344CB8AC3E}">
        <p14:creationId xmlns:p14="http://schemas.microsoft.com/office/powerpoint/2010/main" val="10538558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C2F3A-66F7-4ADC-A3B5-1810D35B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3D943-D331-4693-AE8E-EFE551E8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4A"/>
                </a:solidFill>
                <a:latin typeface="Arial"/>
                <a:ea typeface="Arial"/>
                <a:cs typeface="Arial"/>
              </a:rPr>
              <a:t>Assessment và quyền riêng tư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DC22A-7FE6-4256-AD77-CE84B58C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4A437-98E8-4CFC-8CB9-775FBA6C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57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Audio nội bộ, passage và câu hỏi thật từ seed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E54D3-33B8-49FA-BADE-00F1FB2F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3A3DA-85B9-4DA6-AAE1-7870AF78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Autosave hai tab; Resume giữ Attempt và deadline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0688C-81D0-402C-AF7C-2408CA53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A6558-72CB-4C02-96C4-20BD124C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Submit và history; kết quả không lộ đáp án từng câu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F4A51-1D23-452C-A40C-C66A764A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Dương · Estudy · 23/10/2026                                      5 / 8</a:t>
            </a:r>
          </a:p>
        </p:txBody>
      </p:sp>
    </p:spTree>
    <p:extLst>
      <p:ext uri="{BB962C8B-B14F-4D97-AF65-F5344CB8AC3E}">
        <p14:creationId xmlns:p14="http://schemas.microsoft.com/office/powerpoint/2010/main" val="3099503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6BF6D-9F5A-4D3E-BA8B-9A69086A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0A319-DD92-419F-93EF-07D3E63F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4A"/>
                </a:solidFill>
                <a:latin typeface="Arial"/>
                <a:ea typeface="Arial"/>
                <a:cs typeface="Arial"/>
              </a:rPr>
              <a:t>Teacher và Admin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E1F87-E478-49EF-8924-7C557255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2603E-030A-45CB-BE4A-B50E88E6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57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Teacher1 quản lý nội dung; Teacher2 bị chặn sửa chéo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12D84-CEAC-4454-9965-8AFEEAA7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58A17-548F-49C1-B0DC-4C078A5D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Admin tạo Teacher, đổi role, khóa và mở khóa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1705D-008E-463A-AD90-2CA02175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36B00-8753-435C-B02A-1BB0942F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Audit lưu người thao tác cùng thay đổi Trước/Sau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78CEF-B835-4205-B73F-815E0996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Dương · Estudy · 23/10/2026                                      6 / 8</a:t>
            </a:r>
          </a:p>
        </p:txBody>
      </p:sp>
    </p:spTree>
    <p:extLst>
      <p:ext uri="{BB962C8B-B14F-4D97-AF65-F5344CB8AC3E}">
        <p14:creationId xmlns:p14="http://schemas.microsoft.com/office/powerpoint/2010/main" val="1633416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CC60C-1420-496F-A0D0-0126E3B5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5D09E-58E6-436B-961D-A7F09020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4A"/>
                </a:solidFill>
                <a:latin typeface="Arial"/>
                <a:ea typeface="Arial"/>
                <a:cs typeface="Arial"/>
              </a:rPr>
              <a:t>Lỗi responsive phát hiện qua E2E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9E5D8-9B4F-4F64-AEC3-1AFFC4DC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21AAA-AD10-4BE8-BCD0-D464C8AE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57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Trước sửa: trang User rộng 613px ở viewport 390px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3CBCF-706D-4E40-B596-4EED7908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A0447-D08B-4585-A725-3E9BD1EB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Sau sửa: bản ghi thành thẻ, email xuống dòng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5B0D5-12E6-4A67-A5B7-D6A037A6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6690B-FFE0-49FE-8DCB-6DAF25E0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Chạy lại tám nhóm; lưu 35 ảnh và report có checksum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6811C-31C9-4FD8-BA21-661E0A71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Dương · Estudy · 23/10/2026                                      7 / 8</a:t>
            </a:r>
          </a:p>
        </p:txBody>
      </p:sp>
    </p:spTree>
    <p:extLst>
      <p:ext uri="{BB962C8B-B14F-4D97-AF65-F5344CB8AC3E}">
        <p14:creationId xmlns:p14="http://schemas.microsoft.com/office/powerpoint/2010/main" val="1797599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5DFCB-AAC8-463A-899C-75C7FA51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C6BC6-5031-4084-A20B-8D817A43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4A"/>
                </a:solidFill>
                <a:latin typeface="Arial"/>
                <a:ea typeface="Arial"/>
                <a:cs typeface="Arial"/>
              </a:rPr>
              <a:t>Bàn giao và diễn tập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E2C07-0AC8-47F8-976E-8F2227FD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10FDD-D5AF-4B0D-A779-BD2D3E47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57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Runner: scripts/duong-e2e.ps1; user guide theo bốn role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66E81-1C94-4997-81F1-4642BC7B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70262-BBCD-40B3-94C6-59F6893D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Kết quả local đạt; không thay CI hoặc chữ ký nghiệm thu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61382-E4CB-4E64-892C-8BAB5A3E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312F1-9DC4-44DB-9EA8-A18B1B6D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3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5F"/>
                </a:solidFill>
                <a:latin typeface="Arial"/>
                <a:ea typeface="Arial"/>
                <a:cs typeface="Arial"/>
              </a:rPr>
              <a:t>Dương tự demo tám phút, trả lời quyền, payment và deadline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89E0E-5A43-4436-9F0E-22F4EE76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Dương · Estudy · 23/10/2026                                      8 / 8</a:t>
            </a:r>
          </a:p>
        </p:txBody>
      </p:sp>
    </p:spTree>
    <p:extLst>
      <p:ext uri="{BB962C8B-B14F-4D97-AF65-F5344CB8AC3E}">
        <p14:creationId xmlns:p14="http://schemas.microsoft.com/office/powerpoint/2010/main" val="1953425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2026-10-23T07:40:43.1120000Z</dcterms:created>
  <dcterms:modified xsi:type="dcterms:W3CDTF">2026-10-23T07:40:43.1120000Z</dcterms:modified>
</coreProperties>
</file>